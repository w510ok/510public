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7E4B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再读西游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22960" y="2084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 辅助古典名著深读工作台 · 江南AI工作小组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C9B6"/>
                </a:solidFill>
              </a:rPr>
              <a:t>从百回文本、八十一难、人物图谱到专题写作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" y="5120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D08A"/>
                </a:solidFill>
              </a:rPr>
              <a:t>少年看神通，中年看组织，再读看心性。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从“生成内容”到“发布成果”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主产品不是一个网页，而是一套可读、可查、可写、可发布的成果包。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100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百回主题覆盖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81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5204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正式难数校核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6+3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核心数据表与可视化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8972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89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首批专题文章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4846320" cy="114300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46120"/>
            <a:ext cx="54864" cy="114300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355848"/>
            <a:ext cx="455371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重点不在继续加功能，而在固定口径、收束入口、形成正式发布包。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46120"/>
            <a:ext cx="4846320" cy="114300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246120"/>
            <a:ext cx="54864" cy="114300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355848"/>
            <a:ext cx="455371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最终交付：HTML/PWA、Excel数据底座、PDF研究报告、公众号稿、读书会PPT、方法模板。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全书百回地图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按叙事功能分段，而不是机械逐回堆砌。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76072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1. 第1-7回：心猿出世、大闹天宫、五行山定心猿。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2. 第8-22回：取经立项与团队成型。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3. 第23-31回：四圣试禅心、三打白骨精、逐猴王。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4. 第32-61回：法宝、后台、身份、欲望等复杂风险集中展开。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5. 第62-83回：假权威、极端风险、亲属后台持续升级。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6. 第84-100回：临近灵山、成果质量、最后一难与五圣成真。
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八十一难：风险结构也是修行结构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第99回“灾难的簿子”是校核主轴。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团队成型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31720" y="1417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五行山、鹰愁涧、高老庄、流沙河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14173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角色补齐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信任误判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三打白骨精、逐猴王、真假美猴王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4688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核心能力识别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假权威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3520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小雷音寺、金平府、天竺国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520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辨伪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收官校验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4572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无字经、凌云渡、老鼋湿经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最后一难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669280"/>
            <a:ext cx="10149840" cy="50292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669280"/>
            <a:ext cx="54864" cy="50292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5779008"/>
            <a:ext cx="98572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快到终点时最容易放松，最后一难常常发生在“以为已经结束”之后。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取经团队：使命型小组织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唐僧团队的价值不在“谁最强”，而在角色互补。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唐僧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方向与合法性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悟空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01752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能力与风险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八戒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5780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欲望与人性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沙僧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9808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稳定执行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3836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白龙马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3836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沉默承载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160520"/>
            <a:ext cx="10149840" cy="91440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60520"/>
            <a:ext cx="54864" cy="91440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270248"/>
            <a:ext cx="985723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唐僧未必最能打，却必须代表目标；悟空最有能力，却必须接受边界；八戒最像普通人，却不能被开除。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后台妖怪矩阵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西游世界的许多妖怪风险，本质是系统资源外溢与责任收束。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1. 坐骑下界：青狮、白象、金毛犼、白鹿、九灵元圣。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2. 童子携宝：金角银角、黄眉老怪。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3. 亲属后台：红孩儿、鼍龙、地涌夫人。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4. 非后台高风险：白骨精、六耳猕猴、蝎子精、蜈蚣精。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5. 非妖之难：灭法国、凤仙郡、无字经、老鼋湿经。
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首批四篇专题文章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先做四篇最有传播力、证据链最完整的文章。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4864" cy="132588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992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三打白骨精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专业判断为何输给表象与内部噪声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600200"/>
            <a:ext cx="54864" cy="132588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0992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真假美猴王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最难降伏的是另一个自己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94760"/>
            <a:ext cx="54864" cy="132588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90448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小雷音寺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假权威为何比妖怪更危险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79476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794760"/>
            <a:ext cx="54864" cy="132588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90448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狮驼岭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全书最重的组织化妖怪风险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AI辅助名著深读六步法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可复用到其他古典名著、历史地理和小说阅读项目。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solidFill>
            <a:srgbClr val="8C2F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5331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建底本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0"/>
            <a:ext cx="502920" cy="502920"/>
          </a:xfrm>
          <a:prstGeom prst="rect">
            <a:avLst/>
          </a:prstGeom>
          <a:solidFill>
            <a:srgbClr val="C894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2783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建数据表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502920" cy="502920"/>
          </a:xfrm>
          <a:prstGeom prst="rect">
            <a:avLst/>
          </a:prstGeom>
          <a:solidFill>
            <a:srgbClr val="8C2F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0235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做图谱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solidFill>
            <a:srgbClr val="C894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7687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摘原文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828800"/>
            <a:ext cx="502920" cy="502920"/>
          </a:xfrm>
          <a:prstGeom prst="rect">
            <a:avLst/>
          </a:prstGeom>
          <a:solidFill>
            <a:srgbClr val="8C2F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5139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写专题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04120" y="1828800"/>
            <a:ext cx="502920" cy="502920"/>
          </a:xfrm>
          <a:prstGeom prst="rect">
            <a:avLst/>
          </a:prstGeom>
          <a:solidFill>
            <a:srgbClr val="C894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2591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做发布包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657600"/>
            <a:ext cx="10058400" cy="96012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657600"/>
            <a:ext cx="54864" cy="960120"/>
          </a:xfrm>
          <a:prstGeom prst="rect">
            <a:avLst/>
          </a:prstGeom>
          <a:solidFill>
            <a:srgbClr val="223047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767328"/>
            <a:ext cx="976579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关键不是让AI替代阅读，而是让AI帮助建立索引、发现关联、整理证据和形成可复用的写作工作流。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E4BE"/>
                </a:solidFill>
              </a:rPr>
              <a:t>发布包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737360"/>
            <a:ext cx="566928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0EBE0"/>
                </a:solidFill>
              </a:rPr>
              <a:t>1. HTML/PWA主入口：对外展示与手机阅读。
</a:t>
            </a:r>
            <a:pPr indent="0" marL="0">
              <a:buNone/>
            </a:pPr>
            <a:r>
              <a:rPr lang="en-US" sz="1500" dirty="0">
                <a:solidFill>
                  <a:srgbClr val="F0EBE0"/>
                </a:solidFill>
              </a:rPr>
              <a:t>2. Excel数据底座：证明研究不是空泛感想。
</a:t>
            </a:r>
            <a:pPr indent="0" marL="0">
              <a:buNone/>
            </a:pPr>
            <a:r>
              <a:rPr lang="en-US" sz="1500" dirty="0">
                <a:solidFill>
                  <a:srgbClr val="F0EBE0"/>
                </a:solidFill>
              </a:rPr>
              <a:t>3. PDF研究报告：归档、汇报、正式分享。
</a:t>
            </a:r>
            <a:pPr indent="0" marL="0">
              <a:buNone/>
            </a:pPr>
            <a:r>
              <a:rPr lang="en-US" sz="1500" dirty="0">
                <a:solidFill>
                  <a:srgbClr val="F0EBE0"/>
                </a:solidFill>
              </a:rPr>
              <a:t>4. 公众号连载稿：第一季四篇专题。
</a:t>
            </a:r>
            <a:pPr indent="0" marL="0">
              <a:buNone/>
            </a:pPr>
            <a:r>
              <a:rPr lang="en-US" sz="1500" dirty="0">
                <a:solidFill>
                  <a:srgbClr val="F0EBE0"/>
                </a:solidFill>
              </a:rPr>
              <a:t>5. 读书会PPT：讲述与传播。
</a:t>
            </a:r>
            <a:pPr indent="0" marL="0">
              <a:buNone/>
            </a:pPr>
            <a:r>
              <a:rPr lang="en-US" sz="1500" dirty="0">
                <a:solidFill>
                  <a:srgbClr val="F0EBE0"/>
                </a:solidFill>
              </a:rPr>
              <a:t>6. 方法模板：迁移到其他名著。
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1228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D08A"/>
                </a:solidFill>
              </a:rPr>
              <a:t>从读完一本书，到沉淀一种方法。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39712" y="37673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《再读西游》不是终点，而是 AI 辅助深读经典的样板。　——　江南AI工作小组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再读西游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再读西游 · 读书会</dc:title>
  <dc:subject>再读西游 V5.0</dc:subject>
  <dc:creator>江南AI工作小组</dc:creator>
  <cp:lastModifiedBy>江南AI工作小组</cp:lastModifiedBy>
  <cp:revision>1</cp:revision>
  <dcterms:created xsi:type="dcterms:W3CDTF">2026-06-14T09:27:58Z</dcterms:created>
  <dcterms:modified xsi:type="dcterms:W3CDTF">2026-06-14T09:27:58Z</dcterms:modified>
</cp:coreProperties>
</file>